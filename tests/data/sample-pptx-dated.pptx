
<file path=[Content_Types].xml><?xml version="1.0" encoding="utf-8"?>
<Types xmlns="http://schemas.openxmlformats.org/package/2006/content-types">
  <Override PartName="/ppt/presentation.xml" ContentType="application/vnd.openxmlformats-officedocument.presentationml.presentation.main+xml"/>
  <Override PartName="/docProps/core.xml" ContentType="application/vnd.openxmlformats-package.core-properties+xml"/>
</Types>
</file>

<file path=ppt/slides/slide1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t>项目进展工作报告 汇报总结</a:t>
            </a:r>
          </a:p>
        </p:txBody>
      </p:sp>
    </p:spTree>
  </p:cSld>
</p:sld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2017-02-14T10:30:00Z</dcterms:created>
  <dcterms:modified xsi:type="dcterms:W3CDTF">2018-01-01T12:00:00Z</dcterms:modified>
</cp:coreProperties>
</file>